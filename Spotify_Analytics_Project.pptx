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6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Spotify Listening Behaviour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Project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Analysis of Spotify listening behaviour using Power BI.</a:t>
            </a:r>
          </a:p>
          <a:p>
            <a:r>
              <a:t>• Identified top artists, albums, and tracks.</a:t>
            </a:r>
          </a:p>
          <a:p>
            <a:r>
              <a:t>• Evaluated skips, shuffles, and platform usage.</a:t>
            </a:r>
          </a:p>
          <a:p>
            <a:r>
              <a:t>• Computed KPIs using DAX measures.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Total Playtime: 19bn mi</a:t>
            </a:r>
            <a:r>
              <a:rPr lang="en-GB" dirty="0" err="1"/>
              <a:t>llisecond</a:t>
            </a:r>
            <a:endParaRPr dirty="0"/>
          </a:p>
          <a:p>
            <a:r>
              <a:rPr dirty="0"/>
              <a:t>• Minutes Played: 320,000</a:t>
            </a:r>
          </a:p>
          <a:p>
            <a:r>
              <a:rPr dirty="0"/>
              <a:t>• Shuffle Count: 149,860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Artists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The Beatles – 1.21bn </a:t>
            </a:r>
            <a:r>
              <a:rPr lang="en-GB" dirty="0"/>
              <a:t>millisecond </a:t>
            </a:r>
          </a:p>
          <a:p>
            <a:r>
              <a:rPr dirty="0"/>
              <a:t>• The Killers – 1.06bn </a:t>
            </a:r>
            <a:r>
              <a:rPr lang="en-GB" dirty="0"/>
              <a:t>millisecond</a:t>
            </a:r>
          </a:p>
          <a:p>
            <a:r>
              <a:rPr dirty="0"/>
              <a:t>• John Mayer – 0.73bn </a:t>
            </a:r>
            <a:r>
              <a:rPr lang="en-GB" dirty="0"/>
              <a:t>millisecond </a:t>
            </a:r>
          </a:p>
          <a:p>
            <a:r>
              <a:rPr dirty="0"/>
              <a:t>• Bob Dylan – 0.57bn </a:t>
            </a:r>
            <a:r>
              <a:rPr lang="en-GB" dirty="0"/>
              <a:t>millisecond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Played Albums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New Abnormal – 3113 minutes</a:t>
            </a:r>
          </a:p>
          <a:p>
            <a:r>
              <a:t>• The Beatles – 3111 minutes</a:t>
            </a:r>
          </a:p>
          <a:p>
            <a:r>
              <a:t>• Imploding the Mirage – 2665 minutes</a:t>
            </a:r>
          </a:p>
          <a:p>
            <a:r>
              <a:t>• Abbey Road – 2477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Skip &amp; Shuffle Behaviour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Most Skipped: Ode to the Mets (207)</a:t>
            </a:r>
          </a:p>
          <a:p>
            <a:r>
              <a:t>• High shuffle activity for Beatles albums.</a:t>
            </a:r>
          </a:p>
          <a:p>
            <a:r>
              <a:t>• Skip patterns correlate with heavy playtime.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Android: 91%</a:t>
            </a:r>
          </a:p>
          <a:p>
            <a:r>
              <a:t>• Cast to Device: 4%</a:t>
            </a:r>
          </a:p>
          <a:p>
            <a:r>
              <a:t>• iOS: 3%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Strong preference for classic and alternative rock.</a:t>
            </a:r>
          </a:p>
          <a:p>
            <a:r>
              <a:t>• Album-focused listening style.</a:t>
            </a:r>
          </a:p>
          <a:p>
            <a:r>
              <a:t>• Extensive playtime demonstrates deep music engagement.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194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Spotify Listening Behaviour Analysis</vt:lpstr>
      <vt:lpstr>Project Overview</vt:lpstr>
      <vt:lpstr>Key KPIs</vt:lpstr>
      <vt:lpstr>Top Artists</vt:lpstr>
      <vt:lpstr>Most Played Albums</vt:lpstr>
      <vt:lpstr>Skip &amp; Shuffle Behaviour</vt:lpstr>
      <vt:lpstr>Platform Usage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Listening Behaviour Analysis</dc:title>
  <dc:subject/>
  <dc:creator/>
  <cp:keywords/>
  <dc:description>generated using python-pptx</dc:description>
  <cp:lastModifiedBy>Abdulhafeez Mohammad</cp:lastModifiedBy>
  <cp:revision>2</cp:revision>
  <dcterms:created xsi:type="dcterms:W3CDTF">2013-01-27T09:14:16Z</dcterms:created>
  <dcterms:modified xsi:type="dcterms:W3CDTF">2025-11-23T19:42:53Z</dcterms:modified>
  <cp:category/>
</cp:coreProperties>
</file>